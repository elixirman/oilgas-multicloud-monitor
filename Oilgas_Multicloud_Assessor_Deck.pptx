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Group 9  |  Multi-Cloud Oil &amp; Gas Monitor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Multi-Cloud Oil &amp; Gas Pipeline Monitoring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Group 9 Capstone: an Azure field site sends sensor data to AWS over a private IPsec VPN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[Presenter names and roles]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problem and what we set out to build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remote field site produces pipeline readings (pressure, temperature, flow, vibration). HQ needs them live, over a private link, on a dashboard people can open from anywhere.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55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Private link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920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IPsec site-to-site VPN between Azure and AWS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89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Containerised HQ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1920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EKS runs API, database and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3474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Public HTTPS dashboard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1148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CloudFront in front of an ALB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0" y="3474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Automated and repeatable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41148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GitHub Actions now, Terraform next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</a:t>
            </a:r>
            <a:endParaRPr lang="en-US" sz="3000" dirty="0"/>
          </a:p>
        </p:txBody>
      </p:sp>
      <p:pic>
        <p:nvPicPr>
          <p:cNvPr id="3" name="Image 0" descr="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85316" y="1188720"/>
            <a:ext cx="941832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Network foundation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 VPC hq-vpc 10.0.0.0/16: public subnets 10.0.1.0/24 and 10.0.3.0/24, private 10.0.2.0/24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Internet gateway, NAT gateway, public and private route tables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Azure VNet field-vnet 10.1.0.0/16: field-subnet 10.1.1.0/24, GatewaySubnet 10.1.2.0/27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Security groups (alb, pod, api, test) and field-nsg allow only needed ports and ICMP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Non-overlapping CIDRs, required for the VPN</a:t>
            </a:r>
            <a:endParaRPr lang="en-US" sz="1600" dirty="0"/>
          </a:p>
        </p:txBody>
      </p:sp>
      <p:sp>
        <p:nvSpPr>
          <p:cNvPr id="4" name="Placeholder aws-vpc-subnets.png"/>
          <p:cNvSpPr/>
          <p:nvPr/>
        </p:nvSpPr>
        <p:spPr>
          <a:xfrm>
            <a:off x="6400800" y="1280160"/>
            <a:ext cx="5212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0" y="128016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aws-vpc-subnets.png</a:t>
            </a:r>
            <a:endParaRPr lang="en-US" sz="1300" dirty="0"/>
          </a:p>
        </p:txBody>
      </p:sp>
      <p:sp>
        <p:nvSpPr>
          <p:cNvPr id="6" name="Placeholder azure-vnet.png"/>
          <p:cNvSpPr/>
          <p:nvPr/>
        </p:nvSpPr>
        <p:spPr>
          <a:xfrm>
            <a:off x="6400800" y="2926080"/>
            <a:ext cx="5212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0" y="292608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azure-vnet.png</a:t>
            </a:r>
            <a:endParaRPr lang="en-US" sz="1300" dirty="0"/>
          </a:p>
        </p:txBody>
      </p:sp>
      <p:sp>
        <p:nvSpPr>
          <p:cNvPr id="8" name="Placeholder sg-nsg-rules.png"/>
          <p:cNvSpPr/>
          <p:nvPr/>
        </p:nvSpPr>
        <p:spPr>
          <a:xfrm>
            <a:off x="6400800" y="4572000"/>
            <a:ext cx="5212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00800" y="457200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sg-nsg-rules.png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IPsec site-to-site VPN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AWS: virtual private gateway, customer gateway, VPN connection (static routing, tunnel 1)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Azure: VpnGw1 gateway, local network gateway (10.0.0.0/16), connection field-to-hq (IKEv2)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pre-shared key on both sides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 propagation enabled on both AWS route tables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Result: traffic between clouds never crosses the public internet</a:t>
            </a:r>
            <a:endParaRPr lang="en-US" sz="1600" dirty="0"/>
          </a:p>
        </p:txBody>
      </p:sp>
      <p:sp>
        <p:nvSpPr>
          <p:cNvPr id="4" name="Placeholder vpn-aws-tunnel-up.png"/>
          <p:cNvSpPr/>
          <p:nvPr/>
        </p:nvSpPr>
        <p:spPr>
          <a:xfrm>
            <a:off x="6400800" y="1280160"/>
            <a:ext cx="5212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0" y="12801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vpn-aws-tunnel-up.png</a:t>
            </a:r>
            <a:endParaRPr lang="en-US" sz="1300" dirty="0"/>
          </a:p>
        </p:txBody>
      </p:sp>
      <p:sp>
        <p:nvSpPr>
          <p:cNvPr id="6" name="Placeholder vpn-azure-connected.png"/>
          <p:cNvSpPr/>
          <p:nvPr/>
        </p:nvSpPr>
        <p:spPr>
          <a:xfrm>
            <a:off x="6400800" y="3794760"/>
            <a:ext cx="5212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0" y="37947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vpn-azure-connected.png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Kubernetes platform on 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EKS cluster oilgas-cluster, 4 x t3.small nodes in the private subnet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 Load Balancer Controller builds the ALB and the internal NLB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metrics-server feeds the HPA: api and dashboard scale 2 to 5 pods at 70% CPU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Pods pull images from Docker Hub through the NAT gateway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Controller uses its own IAM role (IRSA); app pods need none</a:t>
            </a:r>
            <a:endParaRPr lang="en-US" sz="1600" dirty="0"/>
          </a:p>
        </p:txBody>
      </p:sp>
      <p:sp>
        <p:nvSpPr>
          <p:cNvPr id="4" name="Placeholder eks-pods-running.png"/>
          <p:cNvSpPr/>
          <p:nvPr/>
        </p:nvSpPr>
        <p:spPr>
          <a:xfrm>
            <a:off x="6400800" y="1280160"/>
            <a:ext cx="5212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0" y="12801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eks-pods-running.png</a:t>
            </a:r>
            <a:endParaRPr lang="en-US" sz="1300" dirty="0"/>
          </a:p>
        </p:txBody>
      </p:sp>
      <p:sp>
        <p:nvSpPr>
          <p:cNvPr id="6" name="Placeholder hpa-targets.png"/>
          <p:cNvSpPr/>
          <p:nvPr/>
        </p:nvSpPr>
        <p:spPr>
          <a:xfrm>
            <a:off x="6400800" y="3794760"/>
            <a:ext cx="5212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0" y="37947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hpa-targets.png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Application data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Sensor VM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Azure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67128" y="1664208"/>
            <a:ext cx="256032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1448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41448" y="1325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VPN tunnel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IPsec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59936" y="1664208"/>
            <a:ext cx="256032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4256" y="1325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Internal NLB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TCP 6000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52744" y="1664208"/>
            <a:ext cx="256032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7064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7064" y="1325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Flask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45552" y="1664208"/>
            <a:ext cx="256032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9872" y="1325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Postgres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readings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38360" y="1664208"/>
            <a:ext cx="256032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12680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12680" y="1325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browser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7432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sensors (PRESS-01, TEMP-02, FLOW-03, VIB-04) post a reading every 5 seconds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 /api/ingest crosses the VPN to the internal NLB, then the API saves it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dashboard asks the API for the latest readings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Replies return the same way, so both directions are proven</a:t>
            </a:r>
            <a:endParaRPr lang="en-US" sz="1600" dirty="0"/>
          </a:p>
        </p:txBody>
      </p:sp>
      <p:sp>
        <p:nvSpPr>
          <p:cNvPr id="21" name="Placeholder db-rows.png"/>
          <p:cNvSpPr/>
          <p:nvPr/>
        </p:nvSpPr>
        <p:spPr>
          <a:xfrm>
            <a:off x="6400800" y="2743200"/>
            <a:ext cx="52120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400800" y="274320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db-rows.png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Edge and CI/CD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Public edge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Browser, HTTPS to CloudFront, HTTP :80 to the ALB, then the dashboard pods. CloudFront gives free HTTPS with no domain. Caching is off so readings stay live.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CI/CD pipeline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 merged to main, GitHub Actions tests and builds three images, pushes them to Docker Hub. The cluster and the field VM pull from there. Deploys use kubectl.</a:t>
            </a:r>
            <a:endParaRPr lang="en-US" sz="1600" dirty="0"/>
          </a:p>
        </p:txBody>
      </p:sp>
      <p:sp>
        <p:nvSpPr>
          <p:cNvPr id="9" name="Placeholder github-actions-run.png"/>
          <p:cNvSpPr/>
          <p:nvPr/>
        </p:nvSpPr>
        <p:spPr>
          <a:xfrm>
            <a:off x="6400800" y="1280160"/>
            <a:ext cx="5212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0" y="12801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github-actions-run.png</a:t>
            </a:r>
            <a:endParaRPr lang="en-US" sz="1300" dirty="0"/>
          </a:p>
        </p:txBody>
      </p:sp>
      <p:sp>
        <p:nvSpPr>
          <p:cNvPr id="11" name="Placeholder dockerhub-images.png"/>
          <p:cNvSpPr/>
          <p:nvPr/>
        </p:nvSpPr>
        <p:spPr>
          <a:xfrm>
            <a:off x="6400800" y="3840480"/>
            <a:ext cx="5212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400800" y="384048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dockerhub-images.png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Proof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Live dashboard over HTTPS</a:t>
            </a:r>
            <a:endParaRPr lang="en-US" sz="1400" dirty="0"/>
          </a:p>
        </p:txBody>
      </p:sp>
      <p:sp>
        <p:nvSpPr>
          <p:cNvPr id="4" name="Placeholder cloudfront-dashboard-live.png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cloudfront-dashboard-live.png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Ping HQ to Field</a:t>
            </a:r>
            <a:endParaRPr lang="en-US" sz="1400" dirty="0"/>
          </a:p>
        </p:txBody>
      </p:sp>
      <p:sp>
        <p:nvSpPr>
          <p:cNvPr id="7" name="Placeholder ping-hq-to-field.png"/>
          <p:cNvSpPr/>
          <p:nvPr/>
        </p:nvSpPr>
        <p:spPr>
          <a:xfrm>
            <a:off x="617220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172200" y="155448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ping-hq-to-field.png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Ping Field to HQ</a:t>
            </a:r>
            <a:endParaRPr lang="en-US" sz="1400" dirty="0"/>
          </a:p>
        </p:txBody>
      </p:sp>
      <p:sp>
        <p:nvSpPr>
          <p:cNvPr id="10" name="Placeholder ping-field-to-hq.png"/>
          <p:cNvSpPr/>
          <p:nvPr/>
        </p:nvSpPr>
        <p:spPr>
          <a:xfrm>
            <a:off x="548640" y="416052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48640" y="41605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ping-field-to-hq.png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Sensor stopped: data freezes, then resumes</a:t>
            </a:r>
            <a:endParaRPr lang="en-US" sz="1400" dirty="0"/>
          </a:p>
        </p:txBody>
      </p:sp>
      <p:sp>
        <p:nvSpPr>
          <p:cNvPr id="13" name="Placeholder sensor-stop-test.png"/>
          <p:cNvSpPr/>
          <p:nvPr/>
        </p:nvSpPr>
        <p:spPr>
          <a:xfrm>
            <a:off x="6172200" y="416052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172200" y="41605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sensor-stop-test.png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Problems we hit and how we solved them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Cause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Ping failed with the VPN 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ICMP rule, no route propagation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Allowed ICMP in SG and NSG, enabled propagation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Pods stuck Pending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t3.small holds 11 pods per node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Scaled the node group to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ImagePullBackOff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Wrong image name in the manifest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Used oilgas-dashboard-app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Ingress had no ALB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Outdated controller IAM policy, one public subnet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Updated policy, tagged a second subnet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 returned 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readings table never created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Loaded db/schema.sql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HPA showed unknown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CPU requests on pods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Added resource requests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Secret in the repo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db-secret.yaml was committed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Untracked it, added a placeholder 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Cost control, teardown and reproducibility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Teardown order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CloudFront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Ingress and NLB service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EKS cluster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VPN connection, then gateways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NAT gateway and Elastic 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Azure resource group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VPC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09360" y="1280160"/>
            <a:ext cx="53035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3796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Cost control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92024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NAT gateway, EKS control plane, nodes and the Azure VPN gateway bill hourly. Everything was torn down after testing and verified empty.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3749040"/>
            <a:ext cx="53035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Terraform (planned)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4389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aws/, azure/ and vpn/ will rebuild the same design from code on a separate branch, proving it can be recreated.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Lessons learned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Lessons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Plan pod capacity before choosing node sizes.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Firewall and route rules matter as much as the VPN itself.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Keep secrets out of Git from day one.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Check image names and IAM policies early.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Next steps and known limits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 a persistent volume for Postgres.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Load the schema automatically.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 a second tunnel and NAT for failover.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Build the Terraform replica.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Move secrets to a managed store.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Team: [names and roles]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ilGasMultiCloud">
  <a:themeElements>
    <a:clrScheme name="OilGasMultiCloud">
      <a:dk1>
        <a:srgbClr val="0F172A"/>
      </a:dk1>
      <a:lt1>
        <a:srgbClr val="FFFFFF"/>
      </a:lt1>
      <a:dk2>
        <a:srgbClr val="0C4A6E"/>
      </a:dk2>
      <a:lt2>
        <a:srgbClr val="F0F9FF"/>
      </a:lt2>
      <a:accent1>
        <a:srgbClr val="0EA5E9"/>
      </a:accent1>
      <a:accent2>
        <a:srgbClr val="FF9900"/>
      </a:accent2>
      <a:accent3>
        <a:srgbClr val="0078D4"/>
      </a:accent3>
      <a:accent4>
        <a:srgbClr val="2496ED"/>
      </a:accent4>
      <a:accent5>
        <a:srgbClr val="64748B"/>
      </a:accent5>
      <a:accent6>
        <a:srgbClr val="16A34A"/>
      </a:accent6>
      <a:hlink>
        <a:srgbClr val="0EA5E9"/>
      </a:hlink>
      <a:folHlink>
        <a:srgbClr val="64748B"/>
      </a:folHlink>
    </a:clrScheme>
    <a:fontScheme name="OilGasMultiClou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Multi-Cloud Oil &amp; Gas Pipeline Monitoring</dc:title>
  <dc:subject>PptxGenJS Presentation</dc:subject>
  <dc:creator>PptxGenJS</dc:creator>
  <cp:lastModifiedBy>PptxGenJS</cp:lastModifiedBy>
  <cp:revision>1</cp:revision>
  <dcterms:created xsi:type="dcterms:W3CDTF">2026-10-06T11:00:46Z</dcterms:created>
  <dcterms:modified xsi:type="dcterms:W3CDTF">2026-10-06T11:00:46Z</dcterms:modified>
</cp:coreProperties>
</file>